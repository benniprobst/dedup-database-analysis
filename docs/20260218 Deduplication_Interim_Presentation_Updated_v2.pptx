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50" d="100"/>
          <a:sy n="250" d="100"/>
        </p:scale>
        <p:origin x="186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387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TU Dresden module page (phase model, scope of the course): https://tu-dresden.de/ing/informatik/ai/professur-fuer-prozesskommunikation/studium/abschluss-studienarbeiten/analyse-eines-forschungsthemas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SNIA definition/ratio framing for deduplication (bytes in/out): https://www.snia.org/sites/default/files/Understanding_Data_Deduplication_Ratios-20080718.pdf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SNIA dedup ratio framing: https://www.snia.org/sites/default/files/Understanding_Data_Deduplication_Ratios-20080718.pdf
- Kafka compaction (dirty ratio bounds duplicates): https://kafka.apache.org/30/generated/topic_config.html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TU Dresden module page (phases &amp; expected outputs): https://tu-dresden.de/ing/informatik/ai/professur-fuer-prozesskommunikation/studium/abschluss-studienarbeiten/analyse-eines-forschungsthemas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PostgreSQL storage/index mechanisms that can dedup entries (B-Tree posting lists): https://www.postgresql.org/docs/current/btree.html
- ClickHouse dedup at merge-time (ReplacingMergeTree): https://clickhouse.com/docs/engines/table-engines/mergetree-family/replacingmergetree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PostgreSQL B-Tree deduplication: https://www.postgresql.org/docs/current/btree.html
- PostgreSQL TOAST strategies (compression/out-of-line): https://www.postgresql.org/docs/current/storage-toast.html
- MariaDB InnoDB compression options: https://mariadb.com/docs/server/server-usage/storage-engines/innodb/innodb-page-compression
- ClickHouse ReplacingMergeTree dedup-at-merge: https://clickhouse.com/docs/engines/table-engines/mergetree-family/replacingmergetree
- Kafka log compaction configs: https://kafka.apache.org/30/generated/topic_config.html
- CockroachDB MVCC GC TTL (gc.ttlseconds): https://www.cockroachlabs.com/docs/stable/architecture/storage-layer
- MinIO (no dedup by design): https://blog.min.io/myths-about-deduplication-and-compression/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PostgreSQL B-Tree deduplication behavior: https://www.postgresql.org/docs/current/btree.html
- PostgreSQL TOAST strategies: https://www.postgresql.org/docs/current/storage-toast.html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ClickHouse: ReplacingMergeTree dedup happens only during merges: https://clickhouse.com/docs/engines/table-engines/mergetree-family/replacingmergetree
- CockroachDB: GC period via gc.ttlseconds, compaction for reclaim: https://www.cockroachlabs.com/docs/stable/architecture/storage-layer
- CockroachDB Row-Level TTL: https://www.cockroachlabs.com/docs/stable/row-level-ttl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Kafka log compaction config &amp; dirty ratio bound: https://kafka.apache.org/30/generated/topic_config.html
- Confluent description of Kafka log compaction: https://docs.confluent.io/kafka/design/log_compaction.html
- MinIO stance: no deduplication by design: https://blog.min.io/myths-about-deduplication-and-compression/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YCSB paper (throughput + latency metrics common in DB benchmarking): https://courses.cs.duke.edu/fall13/compsci590.4/838-CloudPapers/ycsb.pdf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ODROID-H4 Ultra specs (i3-N305): https://www.hardkernel.com/shop/odroid-h4-ultra/
- ODROID wiki hardware page: https://wiki.odroid.com/odroid-h4/hardware
- Samsung 860 EVO datasheet (seq read/write): https://download.semiconductor.samsung.com/resources/data-sheet/Samsung_SSD_860_EVO_Data_Sheet_Rev1.pdf
- Cisco Business 350 series datasheet (family): https://www.cisco.com/c/en/us/products/collateral/switches/business-350-series-managed-switches/datasheet-c78-744156.html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Talos releases (v1.12.4): https://github.com/siderolabs/talos/releases
- Longhorn 1.11.0 release announcement: https://longhorn.io/blog/
- GitLab patch release 18.8.4: https://about.gitlab.com/releases/2026/02/10/patch-release-gitlab-18-8-4-released/
- Kafka 4.2.0 release announcement: https://kafka.apache.org/blog/2026/01/14/apache-kafka-4.2.0-release-announcement/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Longhorn metrics include longhorn_volume_actual_size_bytes per replica: https://longhorn.io/docs/latest/monitoring/metrics/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GH Archive dataset: https://www.gharchive.org/
- NASA Hubble Ultra Deep Field (imagery): https://science.nasa.gov/asset/hubble/the-hubble-ultra-deep-field/
- Blender Open Movies list: https://studio.blender.org/films/
- Project Gutenberg (public domain ebooks): https://www.gutenberg.org/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ClickHouse: OPTIMIZE is expensive and merge timing is background-driven: https://clickhouse.com/docs/engines/table-engines/mergetree-family/replacingmergetree
- CockroachDB: GC/compaction governs disk reclaim over time: https://www.cockroachlabs.com/docs/stable/architecture/storage-layer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YCSB paper for common performance metrics (throughput/latency): https://courses.cs.duke.edu/fall13/compsci590.4/838-CloudPapers/ycsb.pdf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YCSB uses throughput and latency percentiles; used as common DB benchmarking practice: https://courses.cs.duke.edu/fall13/compsci590.4/838-CloudPapers/ycsb.pdf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CockroachDB GC TTL governs when MVCC garbage becomes eligible: https://www.cockroachlabs.com/docs/stable/architecture/storage-layer
- ClickHouse: dedup and cleanup only at merge-time; OPTIMIZE can force merges but is costly: https://clickhouse.com/docs/engines/table-engines/mergetree-family/replacingmergetree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SNIA: dedup ratio as bytes in / bytes out: https://www.snia.org/sites/default/files/Understanding_Data_Deduplication_Ratios-20080718.pdf
- Longhorn metric longhorn_volume_actual_size_bytes: https://longhorn.io/docs/latest/monitoring/metrics/
- YCSB benchmarking metrics (throughput &amp; latency): https://courses.cs.duke.edu/fall13/compsci590.4/838-CloudPapers/ycsb.pdf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Module expectations (analysis + software evaluation + presentation): https://tu-dresden.de/ing/informatik/ai/professur-fuer-prozesskommunikation/studium/abschluss-studienarbeiten/analyse-eines-forschungsthemas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343400"/>
            <a:ext cx="1219169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822960" y="46177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“in the Core”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Data Systems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41248" y="5715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presentation • Analysis of a Research Topic (TU Dresden)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physical deduplication effects + literature-backed experiment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41248" y="63550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Benjamin Probst  •  Supervisor: Dr. Alexander Krause  •  Lecturer: Prof. Wolfgang Lehner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deduplication (in the physical sense)?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payloads are stored once, referenced many times — to reduce physical bytes on storage.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731520" y="3246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is a data-reduction technique that eliminates redundant copies of the same data by identifying equal byte sequences and storing a single physical instance with references.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069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project, “deduplication in the core” also includes *unintended* dedup-like effects (e.g., index posting lists, compaction removing older key versions, or compression exploiting repetition).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892040"/>
            <a:ext cx="53949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1005840" y="4983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objects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5349240"/>
            <a:ext cx="1051560" cy="822960"/>
          </a:xfrm>
          <a:prstGeom prst="rect">
            <a:avLst/>
          </a:prstGeom>
          <a:solidFill>
            <a:srgbClr val="F2F5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1005840" y="5532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240280" y="5349240"/>
            <a:ext cx="1051560" cy="822960"/>
          </a:xfrm>
          <a:prstGeom prst="rect">
            <a:avLst/>
          </a:prstGeom>
          <a:solidFill>
            <a:srgbClr val="F2F5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2240280" y="5532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474720" y="5349240"/>
            <a:ext cx="1051560" cy="822960"/>
          </a:xfrm>
          <a:prstGeom prst="rect">
            <a:avLst/>
          </a:prstGeom>
          <a:solidFill>
            <a:srgbClr val="E8F1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3474720" y="5532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4709160" y="5349240"/>
            <a:ext cx="1051560" cy="822960"/>
          </a:xfrm>
          <a:prstGeom prst="rect">
            <a:avLst/>
          </a:prstGeom>
          <a:solidFill>
            <a:srgbClr val="F2F5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4709160" y="5532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355080" y="5440680"/>
            <a:ext cx="731520" cy="54864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7223760" y="4892040"/>
            <a:ext cx="4069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7406640" y="4983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406640" y="5349240"/>
            <a:ext cx="1143000" cy="822960"/>
          </a:xfrm>
          <a:prstGeom prst="rect">
            <a:avLst/>
          </a:prstGeom>
          <a:solidFill>
            <a:srgbClr val="F2F5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7406640" y="5532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8732520" y="5349240"/>
            <a:ext cx="1143000" cy="822960"/>
          </a:xfrm>
          <a:prstGeom prst="rect">
            <a:avLst/>
          </a:prstGeom>
          <a:solidFill>
            <a:srgbClr val="E8F1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8732520" y="5532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0012680" y="54406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A×3, B×1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4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vs. Compression vs. Compaction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“space-saving” mechanisms — but different levers and different guarantees.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777240" y="3154680"/>
            <a:ext cx="3611880" cy="32461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05840" y="3291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61188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redundant *equal byte* sequences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 once, reference many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trigger: ingestion or background merge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here: does physical size shrink?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3154680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4937760" y="3291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361188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data more compactly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 different byte representation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transparent (page/column)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interacts with “dedup” outcomes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repeated patterns compress well).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41080" y="3154680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8869680" y="3291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/ GC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869680" y="361188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storage structures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removes tombstones/old versions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deletes “real” over 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(MVCC, log-structured systems)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where dedup-like effects appear.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63550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definition used in the experiment: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65562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“Deduplication effect” = measurable reduction of *physical bytes-on-disk* compared to logical payload bytes, including replication overhead.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deliverable &amp; research questions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Literature-driven analysis + one concrete experiment (TU Dresden “Analyse eines Forschungsthemas”).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777240" y="3154680"/>
            <a:ext cx="5440680" cy="27889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05840" y="329184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framing (what I must deliver)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611880"/>
            <a:ext cx="4983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literature review (definitions, taxonomy, state of the art)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 of existing software solutions (here: DB systems + storage layer)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concrete task statement and concept for follow-up work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interim talk: updated scope + experimental plan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3154680"/>
            <a:ext cx="4983480" cy="27889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6675120" y="32918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questions (dedup “in the core”)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361188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Where can physical dedup-like effects occur (engine layer, compaction, indexing, storage)?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Which mechanisms are implemented in each system — and which are absent?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Under controlled workloads, how do duplicates change physical size, throughput and latency?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RQ4: After delete/reset, when (and if) does space get reclaimed?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126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(my own work): an extensive feature matrix + a reproducible multi-DB experiment pipeline.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“deduplication” happen? (reduced layers)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layer supports dedup — focus on the layers where it realistically appears.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822960" y="3108960"/>
            <a:ext cx="10881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05840" y="3182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Application / 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429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Semantics: keys, upserts, idempotency, delete semantics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0" y="323697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“Dedup” here is often *logical*, not physical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931920"/>
            <a:ext cx="10881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1005840" y="4005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Storage engine &amp; indexes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42519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Tuple/page layout, B-Tree/LSM structures, TOAST/LOB storage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78240" y="405993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create “unintended dedup” (e.g., index posting lists)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754880"/>
            <a:ext cx="10881360" cy="6858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1005840" y="4828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Background rewrite (merge/compaction/GC)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" y="50749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old versions, log compaction, merge-trees, vacuum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778240" y="488289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place where duplicates disappear over time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5577840"/>
            <a:ext cx="10881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1005840" y="5650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Underlying storage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05840" y="5897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replication (Longhorn), filesystem, snapshots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0" y="570585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amplify or hide effects; usually no semantic dedup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960" y="63276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omit “layers” where dedup rarely occurs in practice (e.g., pure networking).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(overview)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systems support which “dedup-like” mechanisms?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411480" y="3154680"/>
            <a:ext cx="11338560" cy="38404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502920" y="32644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/ Feature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87452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9184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0916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2648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54380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37844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1480" y="3538728"/>
            <a:ext cx="11338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502920" y="363016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data dedup (store once, ref many)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82880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4612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6344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8076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9808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91540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33272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11480" y="3922776"/>
            <a:ext cx="11338560" cy="384048"/>
          </a:xfrm>
          <a:prstGeom prst="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/>
          <p:nvPr/>
        </p:nvSpPr>
        <p:spPr>
          <a:xfrm>
            <a:off x="502920" y="401421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Index-level dedup / posting lists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82880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24612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66344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08076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49808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91540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33272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11480" y="4306824"/>
            <a:ext cx="11338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1"/>
          <p:cNvSpPr/>
          <p:nvPr/>
        </p:nvSpPr>
        <p:spPr>
          <a:xfrm>
            <a:off x="502920" y="439826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Merge/compaction removes older duplicates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82880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324612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66344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08076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49808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91540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33272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11480" y="4690872"/>
            <a:ext cx="11338560" cy="384048"/>
          </a:xfrm>
          <a:prstGeom prst="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0"/>
          <p:cNvSpPr/>
          <p:nvPr/>
        </p:nvSpPr>
        <p:spPr>
          <a:xfrm>
            <a:off x="502920" y="47823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 GC / tombstones reclaimed over time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82880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324612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66344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08076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49808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91540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1033272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11480" y="5074920"/>
            <a:ext cx="11338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49"/>
          <p:cNvSpPr/>
          <p:nvPr/>
        </p:nvSpPr>
        <p:spPr>
          <a:xfrm>
            <a:off x="502920" y="516636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key-compaction (keep latest per key)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82880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324612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466344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08076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749808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891540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1033272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411480" y="5458968"/>
            <a:ext cx="11338560" cy="384048"/>
          </a:xfrm>
          <a:prstGeom prst="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58"/>
          <p:cNvSpPr/>
          <p:nvPr/>
        </p:nvSpPr>
        <p:spPr>
          <a:xfrm>
            <a:off x="502920" y="55504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page/row/column compression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182880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324612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466344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608076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749808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891540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1033272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411480" y="5843016"/>
            <a:ext cx="11338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0" name="Text 67"/>
          <p:cNvSpPr/>
          <p:nvPr/>
        </p:nvSpPr>
        <p:spPr>
          <a:xfrm>
            <a:off x="502920" y="593445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TTL affecting disk usage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182880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324612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466344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608076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5" name="Text 72"/>
          <p:cNvSpPr/>
          <p:nvPr/>
        </p:nvSpPr>
        <p:spPr>
          <a:xfrm>
            <a:off x="749808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891540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7" name="Text 74"/>
          <p:cNvSpPr/>
          <p:nvPr/>
        </p:nvSpPr>
        <p:spPr>
          <a:xfrm>
            <a:off x="1033272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9372600" y="2331720"/>
            <a:ext cx="2240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9" name="Text 76"/>
          <p:cNvSpPr/>
          <p:nvPr/>
        </p:nvSpPr>
        <p:spPr>
          <a:xfrm>
            <a:off x="9509760" y="23774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9509760" y="2560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   ◐ partial   — no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2" name="Text 79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PostgreSQL (relational)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physical “dedup-like” effects can arise in Postgres.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1" descr="/mnt/data/dedup_mont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91840"/>
            <a:ext cx="5303520" cy="3154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0" y="3200400"/>
            <a:ext cx="4892040" cy="14173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4"/>
          <p:cNvSpPr/>
          <p:nvPr/>
        </p:nvSpPr>
        <p:spPr>
          <a:xfrm>
            <a:off x="6629400" y="33375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Index-level dedup (B-Tree posting lists)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629400" y="365760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can represent many duplicates in B-Tree leaf pages as posting list tuples.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occurs lazily when inserts cannot fit and cleanup cannot free enough space.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can reduce index bloat for low-cardinality keys.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0" y="4709160"/>
            <a:ext cx="4892040" cy="17373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7"/>
          <p:cNvSpPr/>
          <p:nvPr/>
        </p:nvSpPr>
        <p:spPr>
          <a:xfrm>
            <a:off x="6629400" y="48463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values: TOAST + compression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629400" y="516636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stores large attributes out-of-line and may compress them (default strategy EXTENDED).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compression, not dedup — but it changes physical size and interacts with duplicate ratios.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variants: with/without TOAST compression strategy.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0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merge-based systems (ClickHouse, CockroachDB)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Dedup-like effects often appear during background merges / compaction / GC.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15087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(MergeTree family)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ReplacingMergeTree removes duplicates only during merges (background, not deterministic).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 command can force merges but is expensive.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test MergeTree variants sequentially; track size-over-time to observe merge effects.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4892040"/>
            <a:ext cx="5669280" cy="17830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1005840" y="5029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(MVCC + GC TTL)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53492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create MVCC garbage (tombstones). Physical space is reclaimed asynchronously after the GC period (gc.ttlseconds) and subsequent compaction.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vary gc.ttlseconds + Row-Level TTL settings and measure reclaim behavior.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3246120"/>
            <a:ext cx="4572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6858000" y="33649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axis (concept)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03720" y="3749040"/>
            <a:ext cx="4206240" cy="0"/>
          </a:xfrm>
          <a:prstGeom prst="line">
            <a:avLst/>
          </a:prstGeom>
          <a:noFill/>
          <a:ln w="254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7086600" y="3639312"/>
            <a:ext cx="219456" cy="219456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6675120" y="3886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(duplicates)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549640" y="3639312"/>
            <a:ext cx="219456" cy="219456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8138160" y="3886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(tombstones)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829800" y="3639312"/>
            <a:ext cx="219456" cy="219456"/>
          </a:xfrm>
          <a:prstGeom prst="ellipse">
            <a:avLst/>
          </a:prstGeom>
          <a:solidFill>
            <a:srgbClr val="1B8E3E"/>
          </a:solidFill>
          <a:ln w="12700">
            <a:solidFill>
              <a:srgbClr val="1B8E3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9418320" y="3886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Merge/GC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(space reclaim)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58000" y="56692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“dedup” may be delayed until background work runs.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0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streaming + cache + object storage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“Deduplication” can be semantic (latest-per-key) or intentionally absent (speed-first).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37490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(log compaction)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32918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cleanup.policy=compact keeps the latest record per key.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is controlled by dirty ratio and compaction lag parameters.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tune compaction to run in minutes, then observe size-over-time and latency impact.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3246120"/>
            <a:ext cx="32918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4937760" y="3383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3703320"/>
            <a:ext cx="2834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in-memory. Space behavior dominated by encoding + allocator fragmentation.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classical physical dedup; but repeated patterns can compress/encode.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baseline for “no explicit dedup”.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0" y="3246120"/>
            <a:ext cx="30632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8458200" y="33832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58200" y="3703320"/>
            <a:ext cx="2606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intentionally does not implement deduplication (speed/complexity tradeoff).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Therefore, any size effects mainly come from compression at higher layers (client-side) or storage replication.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plan (factorial, reproducible)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stages × datasets × duplicate ratios × feature toggles × cache states.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33375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Databases: PostgreSQL, MariaDB, ClickHouse, CockroachDB, Kafka, Redis, MinIO (+ Comdare planned)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Payload types: timestamps, integers, random strings/VARCHAR, JSON, BLOB (images/video), full-text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ratios: 0%, 50%, 90%, 95%, 99% (byte-identical)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Scope: duplicates within same schema/topic/bucket AND across different ones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volumes: 1 GB, 5 GB, 10 GB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Cache: warm + cold (DB cache reset per run)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Variants: engine-specific toggles (e.g., ClickHouse engines, Postgres TOAST modes, Kafka compaction tuning, Cockroach TTL)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246120"/>
            <a:ext cx="4617720" cy="33375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6903720" y="33832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variables (what we measure)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3703320"/>
            <a:ext cx="4160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Physical bytes over time (Longhorn metric per replica)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Logical bytes (payload)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Effective Data Reduction (EDR): cluster-level and per-replica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Throughput (MB/s) + file rate (files/s)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 distribution: mean, p50, p90, p95, p99, 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Delete/reclaim behavior: logical delete vs physical no-shrink, plus optional refill test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5105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repeated 3×; raw time series + averaged summaries are stored as CSV and visualized in Grafana.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Testbed: hardware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Odroid H4 Ultra nodes + managed switch + SSD-backed storage.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440680" cy="34290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nodes (×4)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4983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Model: ODROID-H4 Ultra (Intel Core i3-N305, 8 cores)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RAM: 16 GB (DDR5 SO-DIMM)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Storage: 2× Samsung 860 EVO 2 TB SSD (plus swap partition)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Network: 2.5GbE capable per node (cluster currently limited by switch uplink profile)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3246120"/>
            <a:ext cx="4800600" cy="34290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6720840" y="33832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20840" y="3703320"/>
            <a:ext cx="4343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family: Cisco Business CBS350 series (managed)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 constraint: 1 Gbit/s effective per port (explicitly discussed as limitation)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Implication: network-bound workloads (Kafka/MinIO) may saturate earlier than CPU/SSD.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5105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32 GB swap is a dedicated swap partition; test data sizes remain below RAM, swap mainly supports compilation workloads.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Testbed: software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metal hosts + Talos VM Kubernetes + Longhorn + GitLab CI + Grafana.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760720" cy="33832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layout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3035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nodes: Proxmox bare metal; 2 nodes: Ubuntu Desktop bare metal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host runs a Talos OS VM (1 per node) that forms the Kubernetes cluster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Stateful DB pods are spread across all nodes (replica=4)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Storage: Longhorn persistent volumes (replica=4) used for all DBs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20840" y="3246120"/>
            <a:ext cx="4526280" cy="33832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6949440" y="33832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+ observability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49440" y="3703320"/>
            <a:ext cx="4069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GitLab (CE/EE) + GitLab Runner on Kubernetes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triggers DB integration tests and exports CSV results into repo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Grafana visualizes CSV time series and aggregates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app: C++ loader running inside the cluster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5105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(as deployed): Talos v1.12.4, Longhorn v1.11.0, GitLab v18.8.4, Apache Kafka v4.2.0.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pipeline (end-to-end)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GitLab CI trigger → DB load → metrics → CSV → Grafana.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822960" y="3429000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822960" y="35387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(run-id, params)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63240" y="34290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3063240" y="3538728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on K8s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(deploy job)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49240" y="342900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5349240" y="353872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Loader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 workload)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34290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8046720" y="3538728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(Longhorn + DB)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378440" y="3429000"/>
            <a:ext cx="1554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10378440" y="353872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Grafana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88036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516636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5"/>
          <p:cNvSpPr/>
          <p:nvPr/>
        </p:nvSpPr>
        <p:spPr>
          <a:xfrm>
            <a:off x="781812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1014984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7"/>
          <p:cNvSpPr/>
          <p:nvPr/>
        </p:nvSpPr>
        <p:spPr>
          <a:xfrm>
            <a:off x="822960" y="4617720"/>
            <a:ext cx="603504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1051560" y="47548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strategy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51560" y="5074920"/>
            <a:ext cx="5577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Size-over-time: sample every 100 ms via Longhorn Prometheus metrics (per replica)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Latency: DB-side timing if available; otherwise end-to-end from the C++ client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natural overheads (the system measures itself), but document them as artifacts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086600" y="4617720"/>
            <a:ext cx="480060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7315200" y="47548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315200" y="5074920"/>
            <a:ext cx="4343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per run with full parameterization (DB, dataset, dup-ratio, cache state, variant).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reads repo CSV and overlays: raw series + averaged summaries.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4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(reproducible inputs)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structured + semi-structured + binary media; duplicates are byte-identical.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34290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available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event logs (GH Archive)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 transactions (internal anonymized sample)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numbers / UUID streams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objects (fixed serialization)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stress different internal paths: WAL, indexes, LOB storage, compaction.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246120"/>
            <a:ext cx="4617720" cy="34290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6903720" y="33832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media + text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3703320"/>
            <a:ext cx="4160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NASA / ESA imagery (e.g., Hubble Ultra Deep Field)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Blender Open Movies (Big Buck Bunny, Sintel, Tears of Steel)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Public-domain novels (Project Gutenberg)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Additional binary datasets from Kaggle (for large BLOB tests)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537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extra SQL-test datatypes beyond the obvious: BOOLEAN/bit-fields and DECIMAL/NUMERIC (to trigger different encodings + index behavior).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stages (per DB, per dataset)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3-stage structure for comparability; all stages measured.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777240" y="3337560"/>
            <a:ext cx="36118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05840" y="3474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Bulk insert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9476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 as efficiently as possible (DB-specific best practice).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throughput, latency, physical size growth.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7720" y="3337560"/>
            <a:ext cx="36118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4846320" y="3474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Per-file insert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0" y="379476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each file/object individually (stress metadata/index overhead).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latency distribution + file rate.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58200" y="3337560"/>
            <a:ext cx="3611880" cy="29718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8686800" y="3474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Delete + reclaim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0" y="379476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items one-by-one; run maintenance if available (vacuum/optimize/compaction).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space reclaim + delete cost.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6446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run: soft reset (drop schema/topic/bucket) while PVCs remain (customer-data constraint).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details: bulk insert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baseline ingestion performance + initial physical growth behavior.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914400" y="3429000"/>
            <a:ext cx="1037844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9728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loader (DB best practice)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 / batch INSERT (Postgres)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bulk load (ClickHouse)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produce (Kafka)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multipart upload (MinIO)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4160520"/>
            <a:ext cx="457200" cy="45720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6583680" y="3657600"/>
            <a:ext cx="4572000" cy="2331720"/>
          </a:xfrm>
          <a:prstGeom prst="round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676656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66560" y="411480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Throughput (MB/s)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 (per batch)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Physical bytes over 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EDR after load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details: per-file/object inserts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stress metadata, indexing, and small-write paths.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914400" y="3429000"/>
            <a:ext cx="1037844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97280" y="3566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loop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file/object: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write(payload)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 latency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sample size (100 ms)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4160520"/>
            <a:ext cx="457200" cy="45720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6583680" y="3657600"/>
            <a:ext cx="4572000" cy="2331720"/>
          </a:xfrm>
          <a:prstGeom prst="round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676656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distribution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66560" y="411480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mean, p50, p90, p95, p99, 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files/s and MB/s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natural overheads; we only *document* them as artifacts.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details: delete + reclaim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distinguish logical delete from real physical space reclamation.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352044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variants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 one-by-one (baseline)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 reset (drop schema/topic/bucket)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Truncate vs drop (where available)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Refill test: delete → refill to detect “not really deleted” behavior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DB-specific maintenance (examples):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Postgres: VACUUM / VACUUM FULL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ClickHouse: OPTIMIZE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Kafka: compaction tuning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CockroachDB: GC TTL / Row TTL settings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246120"/>
            <a:ext cx="4617720" cy="352044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6903720" y="33832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“reclaim” means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3703320"/>
            <a:ext cx="4160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space “coming back” only via physical size at the storage layer (Longhorn per replica).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systems may keep free space internally and reuse it later (no shrink).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behavior is part of the research question: when do bytes-on-disk actually decrease?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(EDR, size-over-time, latency)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Cluster-level EDR includes replication overhead; per-replica EDR is reported additionally.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Data Reduction (EDR)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B_logical = total payload bytes written.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B_phys_cluster = Σ physical bytes across Longhorn replicas.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Cluster-EDR = B_logical / B_phys_cluster (includes replication overhead).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Replica-EDR = B_logical / (B_phys_cluster / N) where N = replica count (N=4).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246120"/>
            <a:ext cx="461772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6903720" y="33832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size source of truth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3703320"/>
            <a:ext cx="4160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longhorn_volume_actual_size_bytes to read actual disk usage per replica and node.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avoids relying on DB internal “logical size” counters only.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5440680"/>
            <a:ext cx="10972800" cy="13258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1005840" y="5577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plots (per run)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5897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Physical size over time (100 ms sampling) + event markers (insert/delete/maintenance)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Latency distribution (mean, p50, p90, p95, p99, max)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Throughput MB/s + files/s over time and aggregated averages (3 repeats)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outlook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topic means, what we will deliver, and what remains open.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11064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“in the core” is not a single feature: in most DBs it emerges via indexing, compaction, and garbage collection — often delayed and workload-dependent.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deliverable is a literature-backed feature matrix + a reproducible experiment pipeline measuring *physical* bytes-on-disk, throughput, and latency across systems.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risk/limitation: PVCs persist (soft reset only), and 1 Gbit network can dominate Kafka/MinIO; both will be documented and mitigated where possible.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5806440"/>
            <a:ext cx="5440680" cy="9601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1051560" y="59436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 (this week)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62636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Finalize per-DB “cache reset” and “reset semantics” procedures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DB-specific best-practice config variants (compaction/TTL/compression)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the full 1GB suite (all DBs × dup ratios × warm/cold)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37960" y="5806440"/>
            <a:ext cx="5349240" cy="9601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6766560" y="5943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66560" y="62636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Comdare DB (planned)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analysis on compaction/space amplification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Consider CPU affinity to reduce measurement interference (future work)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4164</Words>
  <Application>Microsoft Office PowerPoint</Application>
  <PresentationFormat>Breitbild</PresentationFormat>
  <Paragraphs>396</Paragraphs>
  <Slides>20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Benjamin Probst</dc:creator>
  <cp:lastModifiedBy>Benjamin-Elias Probst</cp:lastModifiedBy>
  <cp:revision>2</cp:revision>
  <dcterms:created xsi:type="dcterms:W3CDTF">2026-02-18T13:15:38Z</dcterms:created>
  <dcterms:modified xsi:type="dcterms:W3CDTF">2026-02-18T16:06:31Z</dcterms:modified>
</cp:coreProperties>
</file>